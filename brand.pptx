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rand_s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87610"/>
            <a:ext cx="12191695" cy="488277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rand_s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07002"/>
            <a:ext cx="12191695" cy="54439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rand_s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0766"/>
            <a:ext cx="12191695" cy="515646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