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nd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7610"/>
            <a:ext cx="12191695" cy="48827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nd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7002"/>
            <a:ext cx="12191695" cy="54439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nd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766"/>
            <a:ext cx="12191695" cy="51564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