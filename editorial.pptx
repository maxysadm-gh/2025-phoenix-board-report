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480"/>
            <a:ext cx="12191695" cy="606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49" y="0"/>
            <a:ext cx="117267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0771"/>
            <a:ext cx="12191695" cy="50564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