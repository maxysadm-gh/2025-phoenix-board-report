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ditorial_slid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96480"/>
            <a:ext cx="12191695" cy="60650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ditorial_slid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449" y="0"/>
            <a:ext cx="11726796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ditorial_slid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00771"/>
            <a:ext cx="12191695" cy="505645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