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itorial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6480"/>
            <a:ext cx="12191695" cy="6065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itorial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449" y="0"/>
            <a:ext cx="1172679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ditorial_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0771"/>
            <a:ext cx="12191695" cy="50564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